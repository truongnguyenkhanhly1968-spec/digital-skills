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A808-A287-4C4A-E60D-FD523CC1A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9205C-85FB-0886-AD35-874F12DAF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0DA3F-AC5B-AA30-AC26-F8CAEE0C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75750-B05D-48E9-0CD4-E6334FBA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A5AEB-BD85-46CC-93BE-7EFA103B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1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D601-A088-8532-DF9B-23B41F55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D07D4-17E9-19BD-4E96-FC6781CB9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3D766-7073-E4DB-D96A-E42B98A3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E0E21-706D-A77E-ADAA-FDFD1BC4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604F2-EFB4-E0CD-6E03-F4DEB4FA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6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8FDB-6237-BB20-434C-FE0A9D5F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69F14-EB5F-9BF7-FC08-44CD42C4B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556C1-FFB9-992B-AB39-A2C496CB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2506-EBC1-3493-297F-0BF43F7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BFABC-9107-6B73-4BF7-937759F5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9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BF26-BA24-D033-4520-FE22C4C2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D3B00-56F5-9129-3490-CE5A8645C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1C2D6-767A-A4D1-7129-64BFC68D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E71DB-B0A2-FEFF-FB5C-9E26BE648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D6EBF-5DF5-B81A-D26C-91F4D663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0E813-6884-AAD2-6814-9EC30296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6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7A2E-942E-BEA3-6488-AB7FABF1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62028-3589-2528-851F-D496E72C6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AAF1E-69A8-1937-1E5D-A4C32C7C7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2B556-8258-D281-002D-E2FC79AE2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486CF8-D7E3-EEBE-7768-9B477622D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E1C9BF-EAD2-2E82-A251-30201E55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2758D-0FD6-6937-D668-1EB62E26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B05C7-84A8-3725-2C23-256C2470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8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B73E1-1853-6435-8874-8D969D42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55BED-B5BD-5749-0605-EC2420AD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076A32-A409-5D7E-CB49-CF50AEE24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CE8B9-72BE-256C-7990-24B70C1D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0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89008A-8435-5436-B147-62EC29DD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03584-1647-3778-5A1C-F1902E31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99B6A-3C00-2774-B679-9197BEFA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8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FE11-24B3-2FBB-DEB0-15998ABB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72A33-C0C2-F950-9B13-D8713BB24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DA871-A2C7-2F09-8196-80F071256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3F699-F9EB-0780-1E3E-93AB573C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B8767-9417-001F-C7CD-F750A72B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36828-42A6-FAC7-3F69-2D6781CC3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54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08B7-24AF-A4C3-A0EC-56AE1F62A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3F50A-23B0-7107-137B-BA052ADE68B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A655C-BBF1-3A10-B75F-B79C22CEF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81FFB-7886-B14F-56FC-998AA472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435C8-309D-62E5-E8E2-9839933E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DD333-04D4-59A1-3A6C-67BF3400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1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3B9B-56CA-29C8-FB7C-C25EBF65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B8963-AFD6-2899-0830-8A024310E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3EB6A-DE76-E4E2-F1D6-AFC507E61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FE0D-F7D3-7E65-5C35-7DA7FF0F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CE0E8-02F9-B692-C96F-3704F337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8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106E69-30AB-55A8-8B7B-AD2B3598B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C7E19-BE81-6689-57D1-1DB9E4B2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92257-0123-4113-96E6-B2DF189A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4AAE-5BEF-1871-6893-5B265B5E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AD9F6-DC51-5746-8EE4-91D89A6E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7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267C2-39AE-65E4-4583-5CBB1701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E0014-B483-CAE4-9A52-0982A3BE0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7AF31-33CC-73E4-31D9-05F6A2B9EF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6A12E-40BD-4920-AC78-D81A5E25D68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B2E7F-7535-4A79-DDD4-8EC42E960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93285-C800-2D46-6F62-5F2C9341B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9F9EC-E64D-4101-A74A-3F900D46A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4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4AAF-58E4-59F3-01D3-2C90CF09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/>
              <a:t>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BEC0B-1148-214B-4B14-6A1F931CB6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28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 khánh</dc:creator>
  <cp:lastModifiedBy>ly khánh</cp:lastModifiedBy>
  <cp:revision>1</cp:revision>
  <dcterms:created xsi:type="dcterms:W3CDTF">2026-10-16T02:03:52Z</dcterms:created>
  <dcterms:modified xsi:type="dcterms:W3CDTF">2026-10-16T02:05:02Z</dcterms:modified>
</cp:coreProperties>
</file>